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MOBIUS BOOTCAMP 1기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PBL 결과발표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ISO 26262 SW 시뮬레이션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</a:defRPr>
            </a:pPr>
            <a:r>
              <a:t>자율주행 제어 및 검증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전차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전자식 차일드 락 시스템 (MBP-T05)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2026. 03. 22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현대모비스 x LIKELION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01. 팀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박기준 (팀장)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프로젝트 리더 &amp; 아키텍트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도어 및 하차 안전 제어 로직 기획/구현
• 단위 테스트 및 CI 환경 구축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6052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김도균 / 김이안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프로젝트 리더 &amp; 아키텍트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도어 및 하차 안전 제어 로직 기획/구현
• 단위 테스트 및 CI 환경 구축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이한결 / 이승욱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프로젝트 리더 &amp; 아키텍트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도어 및 하차 안전 제어 로직 기획/구현
• 단위 테스트 및 CI 환경 구축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2980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박찬석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프로젝트 리더 &amp; 아키텍트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도어 및 하차 안전 제어 로직 기획/구현
• 단위 테스트 및 CI 환경 구축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02. 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FFF0F0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3C3C"/>
                </a:solidFill>
              </a:defRPr>
            </a:pPr>
            <a:r>
              <a:t>AS-IS (현재 문제점)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문제점 1: 기계식 차일드 락의 운전자 직접 제어 불편함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2160" y="2194560"/>
            <a:ext cx="548640" cy="45720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5303520" cy="256032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C8C3C"/>
                </a:solidFill>
              </a:defRPr>
            </a:pPr>
            <a:r>
              <a:t>TO-BE (목표 상태)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목표 1: 속도 기반 자동 잠금으로 편의성 개선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338560" cy="22860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핵심 연구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ISO 26262를 준수하면서 승객의 편의성과 하차 안전을 모두 만족하는 지능형 차일드 락 제어기를 어떻게 구현할 것인가?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03. 솔루션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13716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지능형 센서 및 차량 상태 연동 제어 기반의 통합 하차 안전 솔루션 (FG-01 / FG-02)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C8DC"/>
                </a:solidFill>
              </a:defRPr>
            </a:pPr>
            <a:r>
              <a:t>C/C++ 기반 ISO 26262 안전 요구사항 적용 제어 로직 모듈 탑재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FG-01: 도어 잠금 및 해제 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속도 센서 연동, 후측방 레이더 결합 제어 로직 (C++ State Machine)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FG-02: 하차 안전 보조 제어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속도 센서 연동, 후측방 레이더 결합 제어 로직 (C++ State Machine)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Fail-Safe 설계 및 테스트 결함 주입 (Fault Injection) 방어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속도 센서 연동, 후측방 레이더 결합 제어 로직 (C++ State Machine)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04. 기술 스택 &amp;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772400" cy="5029200"/>
          </a:xfrm>
          <a:prstGeom prst="roundRect">
            <a:avLst/>
          </a:prstGeom>
          <a:solidFill>
            <a:srgbClr val="FCFCFC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0" y="1188720"/>
            <a:ext cx="3474720" cy="5029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20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C11, C++17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43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ISO 26262, MISRA C:2012, ASPICE, CMake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5661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Google Test v1.17.0, Cppcheck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3891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Git, GitHub Actions (CI), Gcov/Lcov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212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440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Ubuntu 22.04 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5/10</a:t>
            </a:r>
          </a:p>
        </p:txBody>
      </p:sp>
      <p:pic>
        <p:nvPicPr>
          <p:cNvPr id="21" name="Picture 20" descr="childlock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00400"/>
            <a:ext cx="784531" cy="457200"/>
          </a:xfrm>
          <a:prstGeom prst="rect">
            <a:avLst/>
          </a:prstGeom>
        </p:spPr>
      </p:pic>
      <p:pic>
        <p:nvPicPr>
          <p:cNvPr id="22" name="Picture 21" descr="childlock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49039"/>
            <a:ext cx="47071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05. 구현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18872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365760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6/10</a:t>
            </a:r>
          </a:p>
        </p:txBody>
      </p:sp>
      <p:pic>
        <p:nvPicPr>
          <p:cNvPr id="18" name="Picture 17" descr="usecase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4937760" cy="5448563"/>
          </a:xfrm>
          <a:prstGeom prst="rect">
            <a:avLst/>
          </a:prstGeom>
        </p:spPr>
      </p:pic>
      <p:pic>
        <p:nvPicPr>
          <p:cNvPr id="19" name="Picture 18" descr="usecase_emerg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4937760" cy="3325568"/>
          </a:xfrm>
          <a:prstGeom prst="rect">
            <a:avLst/>
          </a:prstGeom>
        </p:spPr>
      </p:pic>
      <p:pic>
        <p:nvPicPr>
          <p:cNvPr id="20" name="Picture 19" descr="FG-01_door_contr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0"/>
            <a:ext cx="4937760" cy="2737045"/>
          </a:xfrm>
          <a:prstGeom prst="rect">
            <a:avLst/>
          </a:prstGeom>
        </p:spPr>
      </p:pic>
      <p:pic>
        <p:nvPicPr>
          <p:cNvPr id="21" name="Picture 20" descr="FG-02_exit_safe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572000"/>
            <a:ext cx="4937760" cy="1783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06. 테스트 &amp;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1323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테스트 케이스 및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테스트 항목 (TC-CHL-001 ~ 015 &amp; GTest Suites)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737360"/>
            <a:ext cx="164592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ASIL B / QM 검증 요구사항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37360"/>
            <a:ext cx="164592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테스트 커버리지 달성 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109728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Pass/Fail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10312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10312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103120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5176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6517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6517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6517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200400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20040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20040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200400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246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749039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3749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749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749039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297679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4297679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608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4297679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297679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343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1188720"/>
            <a:ext cx="41148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79" y="1280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성과 지표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18288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정확도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2103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100%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28346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처리 속도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31089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&lt;1ms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38404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테스트 통과율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79" y="4114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100%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48463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커버리지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79" y="51206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100%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07. 학습 내용 &amp; 교훈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669280" cy="246888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기술적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ISO 26262/ASPICE 기능안전 기반 요구사항(SRS) 및 시스템 구조(SwDD) 설계 체화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669280" cy="2468880"/>
          </a:xfrm>
          <a:prstGeom prst="roundRect">
            <a:avLst/>
          </a:prstGeom>
          <a:solidFill>
            <a:srgbClr val="FFF8F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A00"/>
                </a:solidFill>
              </a:defRPr>
            </a:pPr>
            <a:r>
              <a:t>협업 &amp; 프로세스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ISO 26262/ASPICE 기능안전 기반 요구사항(SRS) 및 시스템 구조(SwDD) 설계 체화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338560" cy="2468880"/>
          </a:xfrm>
          <a:prstGeom prst="roundRect">
            <a:avLst/>
          </a:prstGeom>
          <a:solidFill>
            <a:srgbClr val="FFFAF5"/>
          </a:solidFill>
          <a:ln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783C"/>
                </a:solidFill>
              </a:defRPr>
            </a:pPr>
            <a:r>
              <a:t>도전 과제 &amp; 해결 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도전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복합 센서 예외 조건 처리 로직의 복잡성 증가 및 Fault 발생 시나리오 정리 애로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해결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Fault Injection 테스트 케이스와 Fail-Safe 시나리오(Decision Table) 구체화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08. 향후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515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1단계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CAN 통신 프로토콜 통합 제어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제어기 로직 고도화 적용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2단계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동적 주행 센서 (라이다/레이더) 시그널 결합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제어기 로직 고도화 적용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3단계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T-05 도어 제어 ECU 타겟 하드웨어 포팅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제어기 로직 고도화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486400" cy="219456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8C3C"/>
                </a:solidFill>
              </a:defRPr>
            </a:pPr>
            <a:r>
              <a:t>실무 적용 가능성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현대모비스 차세대 통합 하차 제어 시스템 모듈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5669280" cy="2194560"/>
          </a:xfrm>
          <a:prstGeom prst="roundRect">
            <a:avLst/>
          </a:prstGeom>
          <a:solidFill>
            <a:srgbClr val="F8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추가 개발 아이디어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63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BLE 기반 부모 스마트폰 앱 연동 강제 오버라이드 기능 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4C8DC"/>
                </a:solidFill>
              </a:defRPr>
            </a:pPr>
            <a:r>
              <a:t>질문과 답변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[팀명]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C8DC"/>
                </a:solidFill>
              </a:defRPr>
            </a:pPr>
            <a:r>
              <a:t>감사합니다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AABE"/>
                </a:solidFill>
              </a:defRPr>
            </a:pPr>
            <a:r>
              <a:t>MOBIUS BOOTCAMP 1기 | 현대모비스 x LIKELION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